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123cf7ad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123cf7ad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123cf7ad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7123cf7ad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123cf7ad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123cf7ad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123cf7ad5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7123cf7ad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123cf7ad5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123cf7ad5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123cf7ad5_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123cf7ad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123cf7ad5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123cf7ad5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123cf7ad5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123cf7ad5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123cf7ad5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7123cf7ad5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123cf7ad5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123cf7ad5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123cf7ad5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123cf7ad5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123cf7ad5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7123cf7ad5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123cf7ad5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7123cf7ad5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123cf7ad5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7123cf7ad5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123cf7ad5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123cf7ad5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529175" y="678550"/>
            <a:ext cx="8520600" cy="11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F6FBFE"/>
                </a:solidFill>
              </a:rPr>
              <a:t>SecureCheck: A Python-SQL Digital Ledger for Police Post Logs</a:t>
            </a:r>
            <a:endParaRPr sz="6600">
              <a:solidFill>
                <a:srgbClr val="F6FBFE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6439700" y="2834125"/>
            <a:ext cx="2392500" cy="12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1920">
                <a:solidFill>
                  <a:srgbClr val="F6FBFE"/>
                </a:solidFill>
              </a:rPr>
              <a:t>Submitted By,</a:t>
            </a:r>
            <a:endParaRPr b="1" sz="1920">
              <a:solidFill>
                <a:srgbClr val="F6FBFE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1920">
                <a:solidFill>
                  <a:srgbClr val="F6FBFE"/>
                </a:solidFill>
              </a:rPr>
              <a:t>Selva Saranya</a:t>
            </a:r>
            <a:endParaRPr b="1" sz="1920">
              <a:solidFill>
                <a:srgbClr val="F6FBFE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1920">
                <a:solidFill>
                  <a:srgbClr val="F6FBFE"/>
                </a:solidFill>
              </a:rPr>
              <a:t>	</a:t>
            </a:r>
            <a:r>
              <a:rPr b="1" lang="en" sz="1280">
                <a:solidFill>
                  <a:srgbClr val="F6FBFE"/>
                </a:solidFill>
                <a:highlight>
                  <a:srgbClr val="F6FBFE"/>
                </a:highlight>
              </a:rPr>
              <a:t>DS-S-WD-T-B56</a:t>
            </a:r>
            <a:endParaRPr b="1" sz="1920">
              <a:solidFill>
                <a:srgbClr val="F6FBF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19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Self Introduction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Domain Introduction: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Police</a:t>
            </a:r>
            <a:r>
              <a:rPr lang="en"/>
              <a:t> Data Analytics: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It is a rapidly growing field that leverages technology and data science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To improve law enforcement operations,public safety and </a:t>
            </a:r>
            <a:r>
              <a:rPr lang="en"/>
              <a:t>transparency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By collecting storing and analysing data from police activities such as </a:t>
            </a:r>
            <a:r>
              <a:rPr lang="en"/>
              <a:t>traffic</a:t>
            </a:r>
            <a:r>
              <a:rPr lang="en"/>
              <a:t> stops,arrests, searches and violation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Agencies can give valuable insights into crime patterns, officer performance and community interaction.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	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 build a robust data pipeline and dashboard for </a:t>
            </a:r>
            <a:r>
              <a:rPr lang="en"/>
              <a:t>police traffic stop records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Workflow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19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Clean and standardize raw police stop data for accurate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Store the processed data in a postgresql database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Enable the advanced analytics and reporting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 law enforcement agencies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 </a:t>
            </a:r>
            <a:r>
              <a:rPr lang="en"/>
              <a:t>interactive</a:t>
            </a:r>
            <a:r>
              <a:rPr lang="en"/>
              <a:t> visualizations and insights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ctrTitle"/>
          </p:nvPr>
        </p:nvSpPr>
        <p:spPr>
          <a:xfrm>
            <a:off x="529175" y="678550"/>
            <a:ext cx="8520600" cy="11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F6FBFE"/>
                </a:solidFill>
              </a:rPr>
              <a:t>SecureCheck: A Python-SQL Digital Ledger for Police Post Logs</a:t>
            </a:r>
            <a:endParaRPr sz="6600">
              <a:solidFill>
                <a:srgbClr val="F6FBFE"/>
              </a:solidFill>
            </a:endParaRPr>
          </a:p>
        </p:txBody>
      </p:sp>
      <p:sp>
        <p:nvSpPr>
          <p:cNvPr id="90" name="Google Shape;90;p19"/>
          <p:cNvSpPr txBox="1"/>
          <p:nvPr>
            <p:ph idx="1" type="subTitle"/>
          </p:nvPr>
        </p:nvSpPr>
        <p:spPr>
          <a:xfrm>
            <a:off x="6439700" y="2834125"/>
            <a:ext cx="2392500" cy="12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1920">
                <a:solidFill>
                  <a:srgbClr val="F6FBFE"/>
                </a:solidFill>
              </a:rPr>
              <a:t>Submitted By,</a:t>
            </a:r>
            <a:endParaRPr b="1" sz="1920">
              <a:solidFill>
                <a:srgbClr val="F6FBFE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1920">
                <a:solidFill>
                  <a:srgbClr val="F6FBFE"/>
                </a:solidFill>
              </a:rPr>
              <a:t>Selva Saranya</a:t>
            </a:r>
            <a:endParaRPr b="1" sz="1920">
              <a:solidFill>
                <a:srgbClr val="F6FBFE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1920">
                <a:solidFill>
                  <a:srgbClr val="F6FBFE"/>
                </a:solidFill>
              </a:rPr>
              <a:t>	</a:t>
            </a:r>
            <a:r>
              <a:rPr b="1" lang="en" sz="1280">
                <a:solidFill>
                  <a:srgbClr val="F6FBFE"/>
                </a:solidFill>
                <a:highlight>
                  <a:srgbClr val="F6FBFE"/>
                </a:highlight>
              </a:rPr>
              <a:t>DS-S-WD-T-B56</a:t>
            </a:r>
            <a:endParaRPr b="1" sz="1920">
              <a:solidFill>
                <a:srgbClr val="F6FBF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19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Self Introduction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Domain Introduction: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Police</a:t>
            </a:r>
            <a:r>
              <a:rPr lang="en"/>
              <a:t> Data Analytics: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It is a rapidly growing field that leverages technology and data science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To improve law enforcement operations,public safety and </a:t>
            </a:r>
            <a:r>
              <a:rPr lang="en"/>
              <a:t>transparency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By collecting storing and analysing data from police activities such as </a:t>
            </a:r>
            <a:r>
              <a:rPr lang="en"/>
              <a:t>traffic</a:t>
            </a:r>
            <a:r>
              <a:rPr lang="en"/>
              <a:t> stops,arrests, searches and violation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Agencies can give valuable insights into crime patterns, officer performance and community interaction.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	</a:t>
            </a:r>
            <a:endParaRPr/>
          </a:p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 build a robust data pipeline and dashboard for </a:t>
            </a:r>
            <a:r>
              <a:rPr lang="en"/>
              <a:t>police traffic stop records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Workflow</a:t>
            </a:r>
            <a:endParaRPr/>
          </a:p>
        </p:txBody>
      </p:sp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311700" y="1152475"/>
            <a:ext cx="8520600" cy="19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Clean and standardize raw police stop data for accurate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Store the processed data in a postgresql database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Enable the advanced analytics and reporting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 law enforcement agencies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 </a:t>
            </a:r>
            <a:r>
              <a:rPr lang="en"/>
              <a:t>interactive</a:t>
            </a:r>
            <a:r>
              <a:rPr lang="en"/>
              <a:t> visualizations and insights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Platforms and Tools Used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Postgresql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Streamlite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type="title"/>
          </p:nvPr>
        </p:nvSpPr>
        <p:spPr>
          <a:xfrm>
            <a:off x="404525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Inserted in Police log table Postgresql</a:t>
            </a:r>
            <a:endParaRPr/>
          </a:p>
        </p:txBody>
      </p:sp>
      <p:sp>
        <p:nvSpPr>
          <p:cNvPr id="125" name="Google Shape;12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5" title="police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950" y="572700"/>
            <a:ext cx="8427749" cy="3781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Streamlit Dashboard</a:t>
            </a:r>
            <a:endParaRPr/>
          </a:p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6" title="police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025" y="950375"/>
            <a:ext cx="8520599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7" title="police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25" y="402750"/>
            <a:ext cx="8677874" cy="433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137725" y="923500"/>
            <a:ext cx="8520600" cy="20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/>
              <a:t>Thank You</a:t>
            </a:r>
            <a:endParaRPr sz="40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